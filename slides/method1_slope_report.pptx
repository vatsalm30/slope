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Method 1 (Ground-Distance) Slope Estimation</a:t>
            </a:r>
          </a:p>
          <a:p>
            <a:pPr>
              <a:defRPr sz="1800">
                <a:solidFill>
                  <a:srgbClr val="BFD7D2"/>
                </a:solidFill>
              </a:defRPr>
            </a:pPr>
            <a:r>
              <a:t>Cross-application to the Method-2 dataset · per-segment slope analysis · Robinson plan</a:t>
            </a:r>
          </a:p>
          <a:p>
            <a:pPr>
              <a:defRPr sz="1500">
                <a:solidFill>
                  <a:srgbClr val="9FBFBA"/>
                </a:solidFill>
              </a:defRPr>
            </a:pPr>
            <a:r>
              <a:t>Drone terrain slope from VGGT reconstructions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What was asked, and 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The request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Apply Method 1 to the dataset used by Method 2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Method 1 is more general — it doesn't assume fixed height above ground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Process the two Robinson datasets with Method 1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Report slope with a sign (+ uphill / − downhill); use all images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Per-segment slope plots; same plots for the previous dataset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Collect everything into a slide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2801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Short answer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Method 1 transfers to the Method-2 dataset and works well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Uphill: +3.7° (Method 2: +3.4°) — close agreement, R²=0.99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Downhill: −7.9° (Method 2: −4.8°) — right direction, steeper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Key finding: Method 1 needs the reconstruction to capture vertical relief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It does on terrain-following flights; it does NOT on the level (fixed-altitude) flights — those rebuild nearly flat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Robinson: reconstruction script is ready to run on the A100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How Method 1 works (ground-distance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Assume the GLB's up-axis (+Y) points along gravity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For each camera, look straight down and take the road surface beneath it (point cloud)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Collect those ground points along the whole flight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Fit a line: ground elevation vs. distance along the path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The tilt of that line is the slope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It reads the terrain directly — so it does NOT need the drone to keep a fixed height (that is Method 2's assumption)</a:t>
            </a:r>
          </a:p>
        </p:txBody>
      </p:sp>
      <p:pic>
        <p:nvPicPr>
          <p:cNvPr id="5" name="Picture 4" descr="fixed_distance2ground_downhill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9" y="1568513"/>
            <a:ext cx="6126480" cy="39952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The actual fit: ground elevation vs. along-track distance — its tilt is the slope.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Method 1 vs. Method 2 — what each assumes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97680"/>
                <a:gridCol w="4297680"/>
              </a:tblGrid>
              <a:tr h="69494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Method 1 — ground-distance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Method 2 — camera-altitude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64653"/>
                          </a:solidFill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Terrain points beneath the camera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The camera's own up/down motion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64653"/>
                          </a:solidFill>
                        </a:defRPr>
                      </a:pPr>
                      <a:r>
                        <a:t>Key assumption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Up-axis = 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Drone keeps a fixed height above ground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64653"/>
                          </a:solidFill>
                        </a:defRPr>
                      </a:pPr>
                      <a:r>
                        <a:t>Generality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Works for any flight (if relief is reconstructed)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Only valid for terrain-following flights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64653"/>
                          </a:solidFill>
                        </a:defRPr>
                      </a:pPr>
                      <a:r>
                        <a:t>Fails when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Reconstruction comes back flat (no vertical parallax)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Drone altitude ≠ terrain (e.g. level flight)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64653"/>
                </a:solidFill>
              </a:defRPr>
            </a:pPr>
            <a:r>
              <a:t>• Shengqing's point is right: Method 1 is the more general of the two — it never relies on the fixed-height assumption.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Sign convention (so + / − is unambiguous)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All images are used (1, 2, 3, …) — no frames dropped.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The sign is anchored to image order — the direction the drone actually flew:</a:t>
            </a:r>
          </a:p>
          <a:p>
            <a:pPr lvl="1"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– +  =  terrain goes UPHILL as the flight progresses</a:t>
            </a:r>
          </a:p>
          <a:p>
            <a:pPr lvl="1"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– −  =  terrain goes DOWNHILL as the flight progresses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Each dataset reports one overall slope (a single line fit over all images) plus a per-segment breakdown between consecutive images.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R² is shown alongside: high R² = the terrain profile is cleanly reconstructed; near-zero R² = no usable slope signal.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Results — all datasets (Method 1, all images)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737360"/>
                <a:gridCol w="1280160"/>
                <a:gridCol w="1737360"/>
                <a:gridCol w="2560320"/>
              </a:tblGrid>
              <a:tr h="5181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Method 1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Method 2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6465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Happy Hollow (original)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-3.92°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A9D8F"/>
                          </a:solidFill>
                        </a:defRPr>
                      </a:pPr>
                      <a:r>
                        <a:t>clean signal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fixed_dist2ground — uphill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+3.69°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0.989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+3.44°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A9D8F"/>
                          </a:solidFill>
                        </a:defRPr>
                      </a:pPr>
                      <a:r>
                        <a:t>clean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fixed_dist2ground — downhill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-7.90°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0.758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-4.80°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A9D8F"/>
                          </a:solidFill>
                        </a:defRPr>
                      </a:pPr>
                      <a:r>
                        <a:t>clean signal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fixed_altitude — uphill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+0.25°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-0.12°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76F51"/>
                          </a:solidFill>
                        </a:defRPr>
                      </a:pPr>
                      <a:r>
                        <a:t>no signal (flat rebuild)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fixed_altitude — downhill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-0.11°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0.003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64653"/>
                          </a:solidFill>
                        </a:defRPr>
                      </a:pPr>
                      <a:r>
                        <a:t>-0.11°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76F51"/>
                          </a:solidFill>
                        </a:defRPr>
                      </a:pPr>
                      <a:r>
                        <a:t>no signal (flat rebuild)</a:t>
                      </a:r>
                    </a:p>
                  </a:txBody>
                  <a:tcPr>
                    <a:solidFill>
                      <a:srgbClr val="EDF3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Method 2 numbers shown only for the fixed_dist2ground datasets (where Method 2 is valid).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Method 1 on the Method-2 dataset (the main request)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fixed_distance2ground — terrain-following flight</a:t>
            </a:r>
          </a:p>
        </p:txBody>
      </p:sp>
      <p:pic>
        <p:nvPicPr>
          <p:cNvPr id="5" name="Picture 4" descr="fixed_distance2ground_uphill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42" y="1417320"/>
            <a:ext cx="4767354" cy="3108960"/>
          </a:xfrm>
          <a:prstGeom prst="rect">
            <a:avLst/>
          </a:prstGeom>
        </p:spPr>
      </p:pic>
      <p:pic>
        <p:nvPicPr>
          <p:cNvPr id="6" name="Picture 5" descr="fixed_distance2ground_downhill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162" y="1417320"/>
            <a:ext cx="476735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09160"/>
            <a:ext cx="11064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64653"/>
                </a:solidFill>
              </a:defRPr>
            </a:pPr>
            <a:r>
              <a:t>• Uphill +3.69° (R²=0.99) vs Method 2 +3.44°  →  excellent agreement.</a:t>
            </a:r>
          </a:p>
          <a:p>
            <a:pPr>
              <a:spcAft>
                <a:spcPts val="600"/>
              </a:spcAft>
              <a:defRPr sz="1600">
                <a:solidFill>
                  <a:srgbClr val="264653"/>
                </a:solidFill>
              </a:defRPr>
            </a:pPr>
            <a:r>
              <a:t>• Downhill −7.90° (R²=0.76) vs Method 2 −4.80°  →  correct direction, magnitude steeper.</a:t>
            </a:r>
          </a:p>
          <a:p>
            <a:pPr>
              <a:spcAft>
                <a:spcPts val="600"/>
              </a:spcAft>
              <a:defRPr sz="1600">
                <a:solidFill>
                  <a:srgbClr val="264653"/>
                </a:solidFill>
              </a:defRPr>
            </a:pPr>
            <a:r>
              <a:t>• Takeaway: Method 1 transfers cleanly here because this flight follows the terrain, giving VGGT vertical parallax to reconstruct the slope.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Per-segment slopes — Method-2 dataset (fixed_distance2ground)</a:t>
            </a:r>
          </a:p>
        </p:txBody>
      </p:sp>
      <p:pic>
        <p:nvPicPr>
          <p:cNvPr id="4" name="Picture 3" descr="fixed_distance2ground_uphill_method1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72244"/>
            <a:ext cx="5852160" cy="3004950"/>
          </a:xfrm>
          <a:prstGeom prst="rect">
            <a:avLst/>
          </a:prstGeom>
        </p:spPr>
      </p:pic>
      <p:pic>
        <p:nvPicPr>
          <p:cNvPr id="5" name="Picture 4" descr="fixed_distance2ground_downhill_method1_seg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72244"/>
            <a:ext cx="5852160" cy="3004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x = image-index segment, y = signed slope. Single near-vertical bars (closely-spaced cameras) are capped &amp; flagged.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Previous dataset — Method 1 on fixed_altitude (level flight)</a:t>
            </a:r>
          </a:p>
        </p:txBody>
      </p:sp>
      <p:pic>
        <p:nvPicPr>
          <p:cNvPr id="4" name="Picture 3" descr="fixed_altitude_uphill_method1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35084"/>
            <a:ext cx="5852160" cy="3004950"/>
          </a:xfrm>
          <a:prstGeom prst="rect">
            <a:avLst/>
          </a:prstGeom>
        </p:spPr>
      </p:pic>
      <p:pic>
        <p:nvPicPr>
          <p:cNvPr id="5" name="Picture 4" descr="fixed_altitude_downhill_method1_seg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35084"/>
            <a:ext cx="5852160" cy="3004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4406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64653"/>
                </a:solidFill>
              </a:defRPr>
            </a:pPr>
            <a:r>
              <a:t>• Both come out near 0° with R²≈0.00 — the per-segment slopes are just noise (alternating up/down).</a:t>
            </a:r>
          </a:p>
          <a:p>
            <a:pPr>
              <a:spcAft>
                <a:spcPts val="600"/>
              </a:spcAft>
              <a:defRPr sz="1500">
                <a:solidFill>
                  <a:srgbClr val="264653"/>
                </a:solidFill>
              </a:defRPr>
            </a:pPr>
            <a:r>
              <a:t>• This is NOT terrain being flat: it is the SAME hill as the fixed_distance2ground flights (matching GPS track).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Why: the flight geometry decides whether Method 1 has a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Same terrain, same GPS path, two flight styles</a:t>
            </a:r>
          </a:p>
        </p:txBody>
      </p:sp>
      <p:pic>
        <p:nvPicPr>
          <p:cNvPr id="5" name="Picture 4" descr="fixed_distance2ground_downhill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8" y="1417320"/>
            <a:ext cx="5188003" cy="3383280"/>
          </a:xfrm>
          <a:prstGeom prst="rect">
            <a:avLst/>
          </a:prstGeom>
        </p:spPr>
      </p:pic>
      <p:pic>
        <p:nvPicPr>
          <p:cNvPr id="6" name="Picture 5" descr="fixed_altitude_downhill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838" y="1417320"/>
            <a:ext cx="5188003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93776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64653"/>
                </a:solidFill>
              </a:defRPr>
            </a:pPr>
            <a:r>
              <a:t>• Left (terrain-following): camera moves up/down with the hill → VGGT reconstructs the relief → clean −7.9° fit.</a:t>
            </a:r>
          </a:p>
          <a:p>
            <a:pPr>
              <a:spcAft>
                <a:spcPts val="600"/>
              </a:spcAft>
              <a:defRPr sz="1500">
                <a:solidFill>
                  <a:srgbClr val="264653"/>
                </a:solidFill>
              </a:defRPr>
            </a:pPr>
            <a:r>
              <a:t>• Right (level / fixed-altitude): camera moves horizontally only → little vertical parallax → ground rebuilds flat → no slope to fit.</a:t>
            </a:r>
          </a:p>
          <a:p>
            <a:pPr>
              <a:spcAft>
                <a:spcPts val="600"/>
              </a:spcAft>
              <a:defRPr sz="1500">
                <a:solidFill>
                  <a:srgbClr val="264653"/>
                </a:solidFill>
              </a:defRPr>
            </a:pPr>
            <a:r>
              <a:t>• So 'up-axis = gravity' is necessary but not sufficient — the reconstruction must also preserve vertical relief.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Reference: original Happy Hollow reconstruction (Method 1)</a:t>
            </a:r>
          </a:p>
        </p:txBody>
      </p:sp>
      <p:pic>
        <p:nvPicPr>
          <p:cNvPr id="4" name="Picture 3" descr="happy_hollow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2055"/>
            <a:ext cx="5760720" cy="3756768"/>
          </a:xfrm>
          <a:prstGeom prst="rect">
            <a:avLst/>
          </a:prstGeom>
        </p:spPr>
      </p:pic>
      <p:pic>
        <p:nvPicPr>
          <p:cNvPr id="5" name="Picture 4" descr="happy_hollow_method1_seg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995721"/>
            <a:ext cx="5760720" cy="2957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Original 11-view reconstruction: −3.92° downhill, R²=0.99 — Method 1's clean reference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Robinson datasets — ready to run on the A100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The two Robinson datasets need VGGT reconstruction first (GPU step) — that part runs on the A100 machine.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A script is prepared:  run_robinson.py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python run_robinson.py /path/to/robinson_unzipped --multi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Reconstructs all images (1, 2, 3, …) → GLB, then applies Method 1 automatically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</a:defRPr>
            </a:pPr>
            <a:r>
              <a:t>– Outputs signed slope (+ uphill / − downhill), R², and a per-segment plot per dataset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Once the GLBs exist, re-running build_slides.py will fold the Robinson results and plots into this deck.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Expectation: if the Robinson flights follow/observe the terrain at an angle, Method 1 should give a clean slope; if they are level passes, watch for low R² (the flat-rebuild case shown earlier).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Observations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Method 1 is genuinely the more general method and transfers to the Method-2 dataset.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Its reliability tracks R²: trust the slope when R² is high; treat near-zero R² as 'no signal', not 'flat ground'.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Use all images for the overall fit; consecutive-pair (per-segment) slopes are noisy and can spike — read them as a profile, not point values.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For best Method-1 results, prefer flights with vertical parallax (terrain-following or oblique), not pure level passes.</a:t>
            </a:r>
          </a:p>
          <a:p>
            <a:pPr>
              <a:spcAft>
                <a:spcPts val="600"/>
              </a:spcAft>
              <a:defRPr sz="1800">
                <a:solidFill>
                  <a:srgbClr val="264653"/>
                </a:solidFill>
              </a:defRPr>
            </a:pPr>
            <a:r>
              <a:t>• On downhill fixed_distance2ground, Method 1 reads steeper than Method 2 (−7.9° vs −4.8°); worth checking which is closer to ground truth when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Files &amp; how to reproduce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method1_slope.py — Method 1 implementation (all-frames, signed, image-order) + plot helpers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run_method1_existing.py — runs Method 1 on the existing GLBs, writes results/ plots + summary.json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run_robinson.py — A100: reconstruct Robinson images with VGGT, then Method 1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build_slides.py — regenerates this deck from results/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results/ — per-segment plots, profile plots, 3D scenes, method1_summary.json</a:t>
            </a:r>
          </a:p>
          <a:p>
            <a:pPr>
              <a:spcAft>
                <a:spcPts val="600"/>
              </a:spcAft>
              <a:defRPr sz="1700">
                <a:solidFill>
                  <a:srgbClr val="264653"/>
                </a:solidFill>
              </a:defRPr>
            </a:pPr>
            <a:r>
              <a:t>• Re-run order:  run_method1_existing.py  →  (A100) run_robinson.py  →  build_slides.py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