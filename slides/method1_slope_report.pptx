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52"/>
    <p:restoredTop sz="94643"/>
  </p:normalViewPr>
  <p:slideViewPr>
    <p:cSldViewPr snapToGrid="0" snapToObjects="1">
      <p:cViewPr>
        <p:scale>
          <a:sx n="179" d="100"/>
          <a:sy n="179" d="100"/>
        </p:scale>
        <p:origin x="384" y="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782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Method 1 (Ground-Distance) Slope Estimation</a:t>
            </a:r>
          </a:p>
          <a:p>
            <a:pPr>
              <a:defRPr sz="1800">
                <a:solidFill>
                  <a:srgbClr val="BFD7D2"/>
                </a:solidFill>
              </a:defRPr>
            </a:pPr>
            <a:r>
              <a:rPr dirty="0"/>
              <a:t>Cross-application to the Method-2 dataset · per-segment slope analysis · Robinson plan</a:t>
            </a:r>
          </a:p>
          <a:p>
            <a:pPr>
              <a:defRPr sz="1500">
                <a:solidFill>
                  <a:srgbClr val="9FBFBA"/>
                </a:solidFill>
              </a:defRPr>
            </a:pPr>
            <a:r>
              <a:rPr dirty="0"/>
              <a:t>Drone terrain slope from VGGT reconstructions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was asked, and the short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The request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Apply Method 1 to the dataset used by Method 2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Method 1 is more general — it doesn't assume fixed height above ground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Process the two Robinson datasets with Method 1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Report slope with a sign (+ uphill / − downhill); use all images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Per-segment slope plots; same plots for the previous dataset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Collect everything into a slide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Short answer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Method 1 transfers to the Method-2 dataset and works well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Uphill: +3.7° (Method 2: +3.4°) — close agreement, R²=0.99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Downhill: −7.9° (Method 2: −4.8°) — right direction, steeper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Method 1 needs the reconstruction to capture vertical relief (terrain-following flights) — level flights rebuild flat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Robinson uphill: +16.3° uphill (GPS-verified); downhill: −5.65° downhill</a:t>
            </a:r>
          </a:p>
          <a:p>
            <a:pPr lvl="1"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– Sign finding: Method 1's up/down sign rides on VGGT's vertical axis, which is NOT gravity-locked — we now anchor the sign to GPS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How Method 1 works (ground-distance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541" y="1471765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Assume the GLB's up-axis (+Y) points along gravity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For each camera, look straight down and take the road surface beneath it (point cloud)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Collect those ground points along the whole flight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Fit a line: ground elevation vs. distance along the path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The tilt of that line is the slope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It reads the terrain directly — so it does NOT need the drone to keep a fixed height (that is Method 2's assumption)</a:t>
            </a:r>
          </a:p>
        </p:txBody>
      </p:sp>
      <p:pic>
        <p:nvPicPr>
          <p:cNvPr id="5" name="Picture 4" descr="fixed_distance2ground_downhil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9" y="1568513"/>
            <a:ext cx="6126480" cy="39952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The actual fit: ground elevation vs. along-track distance — its tilt is the slope.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Method 1 vs. Method 2 — what each assumes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Method 1 — ground-distance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Method 2 — camera-altitude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4653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Terrain points beneath the camera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The camera's own up/down motion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4653"/>
                          </a:solidFill>
                        </a:defRPr>
                      </a:pPr>
                      <a:r>
                        <a:t>Key assumption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Up-axis = gravity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Drone keeps a fixed height above ground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4653"/>
                          </a:solidFill>
                        </a:defRPr>
                      </a:pPr>
                      <a:r>
                        <a:t>Generality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Works for any flight (if relief is reconstructed)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Only valid for terrain-following flights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64653"/>
                          </a:solidFill>
                        </a:defRPr>
                      </a:pPr>
                      <a:r>
                        <a:t>Fails when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Reconstruction comes back flat (no vertical parallax)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Drone altitude ≠ terrain (e.g. level flight)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Shengqing's point is right: Method 1 is the more general of the two — it never relies on the fixed-height assumption.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Sign convention (so + / − is unambiguous)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All images are used (1, 2, 3, …) — no frames dropped.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The sign is anchored to image order — the direction the drone actually flew: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– +  =  terrain goes UPHILL as the flight progresses</a:t>
            </a:r>
          </a:p>
          <a:p>
            <a:pPr lvl="1"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– −  =  terrain goes DOWNHILL as the flight progresses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Each dataset reports one overall slope (a single line fit over all images) plus a per-segment breakdown between consecutive images.</a:t>
            </a:r>
          </a:p>
          <a:p>
            <a:pPr>
              <a:spcAft>
                <a:spcPts val="600"/>
              </a:spcAft>
              <a:defRPr sz="1800">
                <a:solidFill>
                  <a:srgbClr val="264653"/>
                </a:solidFill>
              </a:defRPr>
            </a:pPr>
            <a:r>
              <a:t>• R² is shown alongside: high R² = the terrain profile is cleanly reconstructed; near-zero R² = no usable slope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 — all datasets (Method 1, all images)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Method 1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Method 2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Happy Hollow (original)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-3.92°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9D8F"/>
                          </a:solidFill>
                        </a:defRPr>
                      </a:pPr>
                      <a:r>
                        <a:t>clean signal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fixed_dist2ground — uphill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+3.69°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+3.44°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9D8F"/>
                          </a:solidFill>
                        </a:defRPr>
                      </a:pPr>
                      <a:r>
                        <a:t>clean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fixed_dist2ground — downhill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-7.90°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0.758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-4.80°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A9D8F"/>
                          </a:solidFill>
                        </a:defRPr>
                      </a:pPr>
                      <a:r>
                        <a:t>clean signal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fixed_altitude — uphill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+0.25°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-0.12°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76F51"/>
                          </a:solidFill>
                        </a:defRPr>
                      </a:pPr>
                      <a:r>
                        <a:t>no signal (flat rebuild)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fixed_altitude — downhill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-0.11°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4653"/>
                          </a:solidFill>
                        </a:defRPr>
                      </a:pPr>
                      <a:r>
                        <a:t>-0.11°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76F51"/>
                          </a:solidFill>
                        </a:defRPr>
                      </a:pPr>
                      <a:r>
                        <a:t>no signal (flat rebuild)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Method 2 numbers shown only for the fixed_dist2ground datasets (where Method 2 is valid).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Method 1 on the Method-2 dataset (the main request)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fixed_distance2ground — terrain-following flight</a:t>
            </a:r>
          </a:p>
        </p:txBody>
      </p:sp>
      <p:pic>
        <p:nvPicPr>
          <p:cNvPr id="5" name="Picture 4" descr="fixed_distance2ground_uphil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42" y="1417320"/>
            <a:ext cx="4767354" cy="3108960"/>
          </a:xfrm>
          <a:prstGeom prst="rect">
            <a:avLst/>
          </a:prstGeom>
        </p:spPr>
      </p:pic>
      <p:pic>
        <p:nvPicPr>
          <p:cNvPr id="6" name="Picture 5" descr="fixed_distance2ground_downhill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162" y="1417320"/>
            <a:ext cx="4767354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0916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Uphill +3.69° (R²=0.99) vs Method 2 +3.44°  →  excellent agreement.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Downhill −7.90° (R²=0.76) vs Method 2 −4.80°  →  correct direction, magnitude steeper.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Takeaway: Method 1 transfers cleanly here because this flight follows the terrain, giving VGGT vertical parallax to reconstruct the slope.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Per-segment slopes — Method-2 dataset (fixed_distance2ground)</a:t>
            </a:r>
          </a:p>
        </p:txBody>
      </p:sp>
      <p:pic>
        <p:nvPicPr>
          <p:cNvPr id="4" name="Picture 3" descr="fixed_distance2ground_uphill_method1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72244"/>
            <a:ext cx="5852160" cy="3004950"/>
          </a:xfrm>
          <a:prstGeom prst="rect">
            <a:avLst/>
          </a:prstGeom>
        </p:spPr>
      </p:pic>
      <p:pic>
        <p:nvPicPr>
          <p:cNvPr id="5" name="Picture 4" descr="fixed_distance2ground_downhill_method1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72244"/>
            <a:ext cx="5852160" cy="3004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x = image-index segment, y = signed slope. Single near-vertical bars (closely-spaced cameras) are capped &amp; flagged.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Previous dataset — Method 1 on fixed_altitude (level flight)</a:t>
            </a:r>
          </a:p>
        </p:txBody>
      </p:sp>
      <p:pic>
        <p:nvPicPr>
          <p:cNvPr id="4" name="Picture 3" descr="fixed_altitude_uphill_method1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35084"/>
            <a:ext cx="5852160" cy="3004950"/>
          </a:xfrm>
          <a:prstGeom prst="rect">
            <a:avLst/>
          </a:prstGeom>
        </p:spPr>
      </p:pic>
      <p:pic>
        <p:nvPicPr>
          <p:cNvPr id="5" name="Picture 4" descr="fixed_altitude_downhill_method1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35084"/>
            <a:ext cx="5852160" cy="3004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4653"/>
                </a:solidFill>
              </a:defRPr>
            </a:pPr>
            <a:r>
              <a:t>• Both come out near 0° with R²≈0.00 — the per-segment slopes are just noise (alternating up/down).</a:t>
            </a:r>
          </a:p>
          <a:p>
            <a:pPr>
              <a:spcAft>
                <a:spcPts val="600"/>
              </a:spcAft>
              <a:defRPr sz="1500">
                <a:solidFill>
                  <a:srgbClr val="264653"/>
                </a:solidFill>
              </a:defRPr>
            </a:pPr>
            <a:r>
              <a:t>• This is NOT terrain being flat: it is the SAME hill as the fixed_distance2ground flights (matching GPS track).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Why: the flight geometry decides whether Method 1 has a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Same terrain, same GPS path, two flight styles</a:t>
            </a:r>
          </a:p>
        </p:txBody>
      </p:sp>
      <p:pic>
        <p:nvPicPr>
          <p:cNvPr id="5" name="Picture 4" descr="fixed_distance2ground_downhil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8" y="1417320"/>
            <a:ext cx="5188003" cy="3383280"/>
          </a:xfrm>
          <a:prstGeom prst="rect">
            <a:avLst/>
          </a:prstGeom>
        </p:spPr>
      </p:pic>
      <p:pic>
        <p:nvPicPr>
          <p:cNvPr id="6" name="Picture 5" descr="fixed_altitude_downhill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838" y="1417320"/>
            <a:ext cx="5188003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93776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4653"/>
                </a:solidFill>
              </a:defRPr>
            </a:pPr>
            <a:r>
              <a:t>• Left (terrain-following): camera moves up/down with the hill → VGGT reconstructs the relief → clean −7.9° fit.</a:t>
            </a:r>
          </a:p>
          <a:p>
            <a:pPr>
              <a:spcAft>
                <a:spcPts val="600"/>
              </a:spcAft>
              <a:defRPr sz="1500">
                <a:solidFill>
                  <a:srgbClr val="264653"/>
                </a:solidFill>
              </a:defRPr>
            </a:pPr>
            <a:r>
              <a:t>• Right (level / fixed-altitude): camera moves horizontally only → little vertical parallax → ground rebuilds flat → no slope to fit.</a:t>
            </a:r>
          </a:p>
          <a:p>
            <a:pPr>
              <a:spcAft>
                <a:spcPts val="600"/>
              </a:spcAft>
              <a:defRPr sz="1500">
                <a:solidFill>
                  <a:srgbClr val="264653"/>
                </a:solidFill>
              </a:defRPr>
            </a:pPr>
            <a:r>
              <a:t>• So 'up-axis = gravity' is necessary but not sufficient — the reconstruction must also preserve vertical relief.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Reference: original Happy Hollow reconstruction (Method 1)</a:t>
            </a:r>
          </a:p>
        </p:txBody>
      </p:sp>
      <p:pic>
        <p:nvPicPr>
          <p:cNvPr id="4" name="Picture 3" descr="happy_hollow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2055"/>
            <a:ext cx="5760720" cy="3756768"/>
          </a:xfrm>
          <a:prstGeom prst="rect">
            <a:avLst/>
          </a:prstGeom>
        </p:spPr>
      </p:pic>
      <p:pic>
        <p:nvPicPr>
          <p:cNvPr id="5" name="Picture 4" descr="happy_hollow_method1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995721"/>
            <a:ext cx="5760720" cy="2957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Original 11-view reconstruction: −3.92° downhill, R²=0.99 — Method 1's clean reference case.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Fixing the up/down sign — anchor to GPS, not VGGT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VGGT has no gravity sensor, so its vertical axis (and the slope sign) is not reliable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Method 1 reads slope in VGGT's coordinate frame, assuming +Y = gravity.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VGGT never measures gravity — it picks an arbitrary frame — so the up/down SIGN can come out backwards.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Proof on Robinson uphill: the photos carry GPS, and the drone climbed 168.7 → 172.3 m (clearly uphill).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GPS:      +16.3° uphill  (R²=0.93)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Method 1: −2.6°  downhill (R²=0.29)  ✗ wrong sign &amp; noisy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Fix: when photos carry GPS, take the sign (and a metric slope) from the GPS track. Otherwise fall back to the known flight label.</a:t>
            </a:r>
          </a:p>
        </p:txBody>
      </p:sp>
      <p:pic>
        <p:nvPicPr>
          <p:cNvPr id="6" name="Picture 5" descr="robinson_uphill_gps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3495"/>
            <a:ext cx="5760720" cy="3756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Robinson uphill: GPS altitude vs. along-track distance — the gravity-true profile.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Robinson datasets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all images, signed (+ uphill / − downhill)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Imgs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 1 (VGGT)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GPS track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FINAL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Sign from</a:t>
                      </a:r>
                    </a:p>
                  </a:txBody>
                  <a:tcPr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downhill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+5.65° (R²=1.00)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76F51"/>
                          </a:solidFill>
                        </a:defRPr>
                      </a:pPr>
                      <a:r>
                        <a:t>-5.65° downhill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folder label</a:t>
                      </a:r>
                    </a:p>
                  </a:txBody>
                  <a:tcPr>
                    <a:solidFill>
                      <a:srgbClr val="ED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uphill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-2.61° (R²=0.29)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+16.30° (R²=0.93)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A9D8F"/>
                          </a:solidFill>
                        </a:defRPr>
                      </a:pPr>
                      <a:r>
                        <a:t>+16.30° uphill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64653"/>
                          </a:solidFill>
                        </a:defRPr>
                      </a:pPr>
                      <a:r>
                        <a:t>GPS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1338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4653"/>
                </a:solidFill>
              </a:defRPr>
            </a:pPr>
            <a:r>
              <a:t>• uphill — iPhone 14 with GPS: drone climbed; FINAL +16.3° uphill from the GPS track (Method 1's ground-fit was too noisy here, R²=0.29).</a:t>
            </a:r>
          </a:p>
          <a:p>
            <a:pPr>
              <a:spcAft>
                <a:spcPts val="600"/>
              </a:spcAft>
              <a:defRPr sz="1400">
                <a:solidFill>
                  <a:srgbClr val="264653"/>
                </a:solidFill>
              </a:defRPr>
            </a:pPr>
            <a:r>
              <a:t>• downhill — DJI, GPS stripped from the files: Method 1's ground-fit is clean (R²≈1.00), so we keep its 5.65° magnitude and take the sign from the folder label → −5.65° downhill.</a:t>
            </a:r>
          </a:p>
          <a:p>
            <a:pPr>
              <a:spcAft>
                <a:spcPts val="600"/>
              </a:spcAft>
              <a:defRPr sz="1400">
                <a:solidFill>
                  <a:srgbClr val="264653"/>
                </a:solidFill>
              </a:defRPr>
            </a:pPr>
            <a:r>
              <a:t>• To verify downhill independently, we'd need its flight log / original GPS — flagged for follow-up.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FINAL sign source: GPS where available, otherwise the known flight label. Magnitude: GPS when Method 1's R² is low, else Method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Robinson — downhill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FINAL -5.65° downhill   [Method 1 magnitude, folder-label sign]   ·   5 images</a:t>
            </a:r>
          </a:p>
        </p:txBody>
      </p:sp>
      <p:pic>
        <p:nvPicPr>
          <p:cNvPr id="5" name="Picture 4" descr="robinson_downhill_method1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12240"/>
            <a:ext cx="5852160" cy="3816399"/>
          </a:xfrm>
          <a:prstGeom prst="rect">
            <a:avLst/>
          </a:prstGeom>
        </p:spPr>
      </p:pic>
      <p:pic>
        <p:nvPicPr>
          <p:cNvPr id="6" name="Picture 5" descr="robinson_downhill_method1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7964"/>
            <a:ext cx="5852160" cy="3004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Left: Method 1 ground-elevation fit.  Right: Method 1 per-segment slope by image index.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Robinson — uphill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55555"/>
                </a:solidFill>
              </a:defRPr>
            </a:pPr>
            <a:r>
              <a:t>FINAL +16.30° uphill   [GPS track]   ·   5 images</a:t>
            </a:r>
          </a:p>
        </p:txBody>
      </p:sp>
      <p:pic>
        <p:nvPicPr>
          <p:cNvPr id="5" name="Picture 4" descr="robinson_uphill_gps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12240"/>
            <a:ext cx="5852160" cy="3816399"/>
          </a:xfrm>
          <a:prstGeom prst="rect">
            <a:avLst/>
          </a:prstGeom>
        </p:spPr>
      </p:pic>
      <p:pic>
        <p:nvPicPr>
          <p:cNvPr id="6" name="Picture 5" descr="robinson_uphill_method1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7964"/>
            <a:ext cx="5852160" cy="3004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Left: GPS track (gravity-true).  Right: Method 1 per-segment slope by image index.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Observations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Method 1 estimates slope MAGNITUDE well when R² is high — but its up/down SIGN is unreliable, because VGGT's vertical axis is not gravity-locked.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Always anchor the sign to a gravity-true reference: GPS altitude is ideal (we proved it flips the wrong Robinson-uphill sign to the correct +16.3°).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Capture GPS/flight-log with every dataset — without it, the sign can only be taken from the known flight label, which we can't independently verify (e.g. Robinson downhill).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Reliability tracks R²: trust the magnitude when R² is high; treat near-zero R² as 'no signal', not 'flat ground'.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Per-segment slopes are noisy and can spike — read them as a profile, not point values; use all images for the overall fit.</a:t>
            </a:r>
          </a:p>
          <a:p>
            <a:pPr>
              <a:spcAft>
                <a:spcPts val="600"/>
              </a:spcAft>
              <a:defRPr sz="1600">
                <a:solidFill>
                  <a:srgbClr val="264653"/>
                </a:solidFill>
              </a:defRPr>
            </a:pPr>
            <a:r>
              <a:t>• Prefer flights with vertical parallax (terrain-following / oblique) over level passes.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Files &amp; how to reproduce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method1_slope.py — Method 1 (all-frames, signed, image-order, adaptive ground-search radius) + plot helpers</a:t>
            </a:r>
          </a:p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gps_anchor.py — reads EXIF GPS, computes the gravity-true track slope; the sign anchor</a:t>
            </a:r>
          </a:p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run_robinson.py — A100: reconstruct with VGGT (or --from-glb to skip GPU), then Method 1 + GPS anchor</a:t>
            </a:r>
          </a:p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run_method1_existing.py — Method 1 on the earlier GLBs → results/ plots + summary.json</a:t>
            </a:r>
          </a:p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build_slides.py — regenerates this deck from results/</a:t>
            </a:r>
          </a:p>
          <a:p>
            <a:pPr>
              <a:spcAft>
                <a:spcPts val="600"/>
              </a:spcAft>
              <a:defRPr sz="1700">
                <a:solidFill>
                  <a:srgbClr val="264653"/>
                </a:solidFill>
              </a:defRPr>
            </a:pPr>
            <a:r>
              <a:t>• Re-run order:  (A100) run_robinson.py [--from-glb]  →  build_slides.py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1661</Words>
  <Application>Microsoft Macintosh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Vatsal Maheshwari</cp:lastModifiedBy>
  <cp:revision>3</cp:revision>
  <cp:lastPrinted>2026-06-25T16:12:58Z</cp:lastPrinted>
  <dcterms:created xsi:type="dcterms:W3CDTF">2013-01-27T09:14:16Z</dcterms:created>
  <dcterms:modified xsi:type="dcterms:W3CDTF">2026-06-25T19:28:41Z</dcterms:modified>
  <cp:category/>
</cp:coreProperties>
</file>